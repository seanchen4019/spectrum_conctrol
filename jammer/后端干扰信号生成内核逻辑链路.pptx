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49" autoAdjust="0"/>
  </p:normalViewPr>
  <p:slideViewPr>
    <p:cSldViewPr snapToGrid="0">
      <p:cViewPr>
        <p:scale>
          <a:sx n="100" d="100"/>
          <a:sy n="100" d="100"/>
        </p:scale>
        <p:origin x="95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1A80B-ECDD-4823-9FCE-D2A170BD2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9D192F-7D6F-4469-AA59-2F428C9B0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2BC96B-1CA2-4EE6-94E6-9C1193AE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84DC-59AE-482C-A2A9-6CD5F731DF2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C7A4F0-A506-4611-AAB6-0FCA152C4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F7CF64-1E4D-4E2B-8E7C-BED7CD471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8A8A-CCFA-4608-99A8-E14C67DE1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83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8712A-0CA2-4833-A0E5-8ABCD3A5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F3E42A-B356-4527-B661-CFE4C6866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86F9FA-1F76-4DD4-BF73-5B612ED48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84DC-59AE-482C-A2A9-6CD5F731DF2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7F455-1465-4E1F-8A2B-6393DA53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623106-F2A4-4143-8DEA-1662802FC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8A8A-CCFA-4608-99A8-E14C67DE1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33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63909B-1AF0-41D5-AEDD-441A05D4E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D9C9DE-ABD8-4B38-AD10-8DF3B364B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46EDD0-409E-4F35-92C7-022790C38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84DC-59AE-482C-A2A9-6CD5F731DF2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3FFA26-45FE-473A-A1E1-0566EC3C2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35EEF3-A4F8-427C-A65B-D33718BF3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8A8A-CCFA-4608-99A8-E14C67DE1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806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70EC8-73C2-4CD1-98BD-B9CACF60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2661E4-3871-431F-986B-F330AA90D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1A0BFC-4097-407A-AF11-4BF5EF555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360185-844F-454C-9371-8C4A38AE1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84DC-59AE-482C-A2A9-6CD5F731DF2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8024AB-E984-4912-AB74-4E2ACBB5F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B9E4A3-CE40-446E-8439-DC56C6E34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8A8A-CCFA-4608-99A8-E14C67DE1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982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16C94-65EF-4617-8EBC-6DA0EB36D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433354-BC0B-49AF-BDC1-643FBCD60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D3ECB7-650F-4A3E-BF57-ACFE63CCB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1183DE-893F-43D4-AE68-B3FBFEA67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B031CA7-0929-4067-A372-CFA0601E4F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D049BE-4A82-4037-ACEE-DEA9FCC4A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84DC-59AE-482C-A2A9-6CD5F731DF2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880F790-DD09-4697-8A1A-BEA8718E4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C9A37E-99BB-4B61-9960-DB7B6A74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8A8A-CCFA-4608-99A8-E14C67DE1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408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10593-A467-4F90-A32A-5F3A7418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D8DB5E-314C-44A8-8B6D-2AEF9798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84DC-59AE-482C-A2A9-6CD5F731DF2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164A33-4F04-4B16-B3B9-2D8F7738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FFBD68-C89F-4BA3-AA95-2006FA88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8A8A-CCFA-4608-99A8-E14C67DE1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262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73CB25-693B-4525-9521-74BA8EEAE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84DC-59AE-482C-A2A9-6CD5F731DF2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9E264D-094B-46EB-83EE-5521E8241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1DCB49-FCA7-4E76-9C1C-F9F1A8E4E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8A8A-CCFA-4608-99A8-E14C67DE1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35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65336-9E14-4ADD-A459-F601B82B8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30B4E0-4637-4A4B-9489-5765E4006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B1A518-EF5A-4572-85DB-150657B01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3C7CAB-F41B-4339-969E-EC484B13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84DC-59AE-482C-A2A9-6CD5F731DF2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FEEB76-0C72-47C9-A7AB-2B615A28B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69C64E-79D3-45F0-A4C5-A93F84BB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8A8A-CCFA-4608-99A8-E14C67DE1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63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E09E7-6468-4B25-9BEE-9DFDC36F2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25F8FD-1E46-4F60-BC70-80DF953D6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24BEB4-14E9-4684-8BEC-E5B751F1C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697EA6-BF77-459B-83C6-8D4389D4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84DC-59AE-482C-A2A9-6CD5F731DF2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ACE1F7-437C-4918-BA68-3F7D0CE9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DF9F2F-1E22-49D9-8641-B2C6A0F2F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8A8A-CCFA-4608-99A8-E14C67DE1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880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BC2758-3A86-427D-A455-0C5DEE99E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1052D4-DBCB-4462-AC10-182740A16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419FFB-E3F7-46EE-B64D-7193AC6A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84DC-59AE-482C-A2A9-6CD5F731DF2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B28F2-53F0-4706-8A5C-281B30298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02EACF-320D-40B0-B334-95031BC44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8A8A-CCFA-4608-99A8-E14C67DE1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65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0F7E1B-A439-40C3-8561-23EC3C900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61FC50-AE69-411E-AF22-959725E94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EC8A94-9CAC-4A51-9E55-B567C5E0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84DC-59AE-482C-A2A9-6CD5F731DF2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B1FB18-AD00-4AE5-913F-90C5B1460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D16168-37BF-47B4-BBAE-F3175F122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8A8A-CCFA-4608-99A8-E14C67DE1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37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AD11F8-3410-4670-A498-2964A3E2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027643-DE19-4D90-B9DE-33F04974C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B258C3-CBD1-4599-A275-7FAFD8E29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E84DC-59AE-482C-A2A9-6CD5F731DF2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A161D7-2C20-412E-AC53-DE8FCB25D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36575D-31CA-4349-9DBD-686DC0280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48A8A-CCFA-4608-99A8-E14C67DE1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818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076DE1-8C03-4082-8307-86D958F4AC94}"/>
              </a:ext>
            </a:extLst>
          </p:cNvPr>
          <p:cNvSpPr txBox="1"/>
          <p:nvPr/>
        </p:nvSpPr>
        <p:spPr>
          <a:xfrm>
            <a:off x="508000" y="5962139"/>
            <a:ext cx="7200901" cy="246221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spAutoFit/>
          </a:bodyPr>
          <a:lstStyle/>
          <a:p>
            <a:pPr algn="ctr"/>
            <a:r>
              <a:rPr lang="zh-CN" alt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注：主处理链路负责生成与输出干扰信号，遥测反馈链路负责将状态、参数和结果回传至 </a:t>
            </a:r>
            <a:r>
              <a:rPr lang="en-US" altLang="zh-CN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UI / Agent</a:t>
            </a:r>
            <a:r>
              <a:rPr lang="zh-CN" alt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042B5F9-2B35-426B-89B4-C1B7878A521A}"/>
              </a:ext>
            </a:extLst>
          </p:cNvPr>
          <p:cNvSpPr/>
          <p:nvPr/>
        </p:nvSpPr>
        <p:spPr>
          <a:xfrm>
            <a:off x="446456" y="328250"/>
            <a:ext cx="1841500" cy="889000"/>
          </a:xfrm>
          <a:prstGeom prst="roundRect">
            <a:avLst/>
          </a:prstGeom>
          <a:solidFill>
            <a:srgbClr val="D8E7F6"/>
          </a:solidFill>
          <a:ln w="19050">
            <a:solidFill>
              <a:srgbClr val="1F3C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zh-CN" altLang="en-US" sz="14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轮询控制命令</a:t>
            </a:r>
          </a:p>
          <a:p>
            <a:pPr algn="ctr"/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 </a:t>
            </a:r>
            <a:r>
              <a:rPr lang="en-US" altLang="zh-CN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channel / power / bw / mode</a:t>
            </a:r>
            <a:endParaRPr lang="zh-CN" altLang="en-US" sz="1100">
              <a:solidFill>
                <a:srgbClr val="1A1A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B5B65AA-C8F5-49D2-B3F8-1CC885DB6D3B}"/>
              </a:ext>
            </a:extLst>
          </p:cNvPr>
          <p:cNvSpPr/>
          <p:nvPr/>
        </p:nvSpPr>
        <p:spPr>
          <a:xfrm>
            <a:off x="2668956" y="328250"/>
            <a:ext cx="1841500" cy="889000"/>
          </a:xfrm>
          <a:prstGeom prst="roundRect">
            <a:avLst/>
          </a:prstGeom>
          <a:solidFill>
            <a:srgbClr val="D8E7F6"/>
          </a:solidFill>
          <a:ln w="19050">
            <a:solidFill>
              <a:srgbClr val="1F3C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zh-CN" altLang="en-US" sz="14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接收</a:t>
            </a:r>
            <a:r>
              <a:rPr lang="en-US" altLang="zh-CN" sz="14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模拟射频信号</a:t>
            </a:r>
          </a:p>
          <a:p>
            <a:pPr algn="ctr"/>
            <a:r>
              <a:rPr lang="en-US" altLang="zh-CN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USRP RX </a:t>
            </a:r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 </a:t>
            </a:r>
            <a:r>
              <a:rPr lang="en-US" altLang="zh-CN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Mock </a:t>
            </a:r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信号源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A62C98C-EBAA-422A-8E4D-F2D86E1B2FD6}"/>
              </a:ext>
            </a:extLst>
          </p:cNvPr>
          <p:cNvSpPr/>
          <p:nvPr/>
        </p:nvSpPr>
        <p:spPr>
          <a:xfrm>
            <a:off x="4953000" y="328250"/>
            <a:ext cx="1841500" cy="889000"/>
          </a:xfrm>
          <a:prstGeom prst="roundRect">
            <a:avLst/>
          </a:prstGeom>
          <a:solidFill>
            <a:srgbClr val="D8E7F6"/>
          </a:solidFill>
          <a:ln w="19050">
            <a:solidFill>
              <a:srgbClr val="1F3C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zh-CN" altLang="en-US" sz="14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频谱感知</a:t>
            </a:r>
          </a:p>
          <a:p>
            <a:pPr algn="ctr"/>
            <a:r>
              <a:rPr lang="en-US" altLang="zh-CN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FFT</a:t>
            </a:r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、功率谱、</a:t>
            </a:r>
            <a:r>
              <a:rPr lang="en-US" altLang="zh-CN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SNR/</a:t>
            </a:r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带宽估计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B7B600-02E4-4DDB-8123-A6071C93AC64}"/>
              </a:ext>
            </a:extLst>
          </p:cNvPr>
          <p:cNvSpPr/>
          <p:nvPr/>
        </p:nvSpPr>
        <p:spPr>
          <a:xfrm>
            <a:off x="7175500" y="328250"/>
            <a:ext cx="1841500" cy="889000"/>
          </a:xfrm>
          <a:prstGeom prst="roundRect">
            <a:avLst/>
          </a:prstGeom>
          <a:solidFill>
            <a:srgbClr val="D8E7F6"/>
          </a:solidFill>
          <a:ln w="19050">
            <a:solidFill>
              <a:srgbClr val="1F3C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zh-CN" altLang="en-US" sz="14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信道特征提取</a:t>
            </a:r>
          </a:p>
          <a:p>
            <a:pPr algn="ctr"/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占用度、干扰水平、效用指标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3AD84D3-69FF-4F44-957B-5B4582417480}"/>
              </a:ext>
            </a:extLst>
          </p:cNvPr>
          <p:cNvSpPr/>
          <p:nvPr/>
        </p:nvSpPr>
        <p:spPr>
          <a:xfrm>
            <a:off x="7175500" y="1915750"/>
            <a:ext cx="1841500" cy="889000"/>
          </a:xfrm>
          <a:prstGeom prst="roundRect">
            <a:avLst/>
          </a:prstGeom>
          <a:solidFill>
            <a:srgbClr val="E8F2E6"/>
          </a:solidFill>
          <a:ln w="19050">
            <a:solidFill>
              <a:srgbClr val="1F3C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zh-CN" altLang="en-US" sz="14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动作参数映射</a:t>
            </a:r>
          </a:p>
          <a:p>
            <a:pPr algn="ctr"/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目标信道、功率、干扰带宽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ADF4323-320A-4D07-84CA-380C5A5D76BA}"/>
              </a:ext>
            </a:extLst>
          </p:cNvPr>
          <p:cNvSpPr/>
          <p:nvPr/>
        </p:nvSpPr>
        <p:spPr>
          <a:xfrm>
            <a:off x="5041900" y="1940175"/>
            <a:ext cx="1841500" cy="889000"/>
          </a:xfrm>
          <a:prstGeom prst="roundRect">
            <a:avLst/>
          </a:prstGeom>
          <a:solidFill>
            <a:srgbClr val="E8F2E6"/>
          </a:solidFill>
          <a:ln w="19050">
            <a:solidFill>
              <a:srgbClr val="1F3C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zh-CN" altLang="en-US" sz="14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波形模式选择</a:t>
            </a:r>
          </a:p>
          <a:p>
            <a:pPr algn="ctr"/>
            <a:r>
              <a:rPr lang="zh-CN" altLang="en-US" sz="11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宽带噪声 </a:t>
            </a:r>
            <a:r>
              <a:rPr lang="en-US" altLang="zh-CN" sz="11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多音干扰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5C10491-F011-41AC-9C22-FD73FB32F1F9}"/>
              </a:ext>
            </a:extLst>
          </p:cNvPr>
          <p:cNvSpPr/>
          <p:nvPr/>
        </p:nvSpPr>
        <p:spPr>
          <a:xfrm>
            <a:off x="2692400" y="1960214"/>
            <a:ext cx="1841500" cy="831361"/>
          </a:xfrm>
          <a:prstGeom prst="roundRect">
            <a:avLst/>
          </a:prstGeom>
          <a:solidFill>
            <a:srgbClr val="E8F2E6"/>
          </a:solidFill>
          <a:ln w="19050">
            <a:solidFill>
              <a:srgbClr val="1F3C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zh-CN" altLang="en-US" sz="14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生成基带干扰</a:t>
            </a:r>
          </a:p>
          <a:p>
            <a:pPr algn="ctr"/>
            <a:r>
              <a:rPr lang="zh-CN" altLang="en-US" sz="11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限带滤波、频移、幅度归一化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264A72-EADD-4567-9EA6-3111F20FD214}"/>
              </a:ext>
            </a:extLst>
          </p:cNvPr>
          <p:cNvSpPr/>
          <p:nvPr/>
        </p:nvSpPr>
        <p:spPr>
          <a:xfrm>
            <a:off x="469900" y="1960214"/>
            <a:ext cx="1841500" cy="831361"/>
          </a:xfrm>
          <a:prstGeom prst="roundRect">
            <a:avLst/>
          </a:prstGeom>
          <a:solidFill>
            <a:srgbClr val="E8F2E6"/>
          </a:solidFill>
          <a:ln w="19050">
            <a:solidFill>
              <a:srgbClr val="1F3C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altLang="zh-CN" sz="14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USRP/Mock</a:t>
            </a:r>
            <a:r>
              <a:rPr lang="zh-CN" altLang="en-US" sz="14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</a:t>
            </a:r>
          </a:p>
          <a:p>
            <a:pPr algn="ctr"/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增益映射、发射或虚拟输出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4CC59CC-E11C-4BA5-AF1E-E15D9079C874}"/>
              </a:ext>
            </a:extLst>
          </p:cNvPr>
          <p:cNvSpPr/>
          <p:nvPr/>
        </p:nvSpPr>
        <p:spPr>
          <a:xfrm>
            <a:off x="3556000" y="3539401"/>
            <a:ext cx="5080000" cy="914400"/>
          </a:xfrm>
          <a:prstGeom prst="roundRect">
            <a:avLst/>
          </a:prstGeom>
          <a:solidFill>
            <a:srgbClr val="FFECD9"/>
          </a:solidFill>
          <a:ln w="19050">
            <a:solidFill>
              <a:srgbClr val="1F3C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zh-CN" altLang="en-US" sz="14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遥测封装与状态回传</a:t>
            </a:r>
          </a:p>
          <a:p>
            <a:pPr algn="ctr"/>
            <a:r>
              <a:rPr lang="zh-CN" altLang="en-US" sz="11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汇总频谱、信道特征、当前动作、干扰波形、发射状态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D7A2F13-234A-491D-B6C0-F791B42DBBDE}"/>
              </a:ext>
            </a:extLst>
          </p:cNvPr>
          <p:cNvSpPr/>
          <p:nvPr/>
        </p:nvSpPr>
        <p:spPr>
          <a:xfrm>
            <a:off x="3937000" y="4936401"/>
            <a:ext cx="4318000" cy="889000"/>
          </a:xfrm>
          <a:prstGeom prst="roundRect">
            <a:avLst/>
          </a:prstGeom>
          <a:solidFill>
            <a:srgbClr val="FFE6EE"/>
          </a:solidFill>
          <a:ln w="19050">
            <a:solidFill>
              <a:srgbClr val="1F3C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altLang="zh-CN" sz="14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UI </a:t>
            </a:r>
            <a:r>
              <a:rPr lang="zh-CN" altLang="en-US" sz="14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实时显示与 </a:t>
            </a:r>
            <a:r>
              <a:rPr lang="en-US" altLang="zh-CN" sz="14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4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态势更新</a:t>
            </a:r>
          </a:p>
          <a:p>
            <a:pPr algn="ctr"/>
            <a:r>
              <a:rPr lang="zh-CN" altLang="en-US" sz="11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刷新频谱</a:t>
            </a:r>
            <a:r>
              <a:rPr lang="en-US" altLang="zh-CN" sz="11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趋势</a:t>
            </a:r>
            <a:r>
              <a:rPr lang="en-US" altLang="zh-CN" sz="11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信道图，并支撑态势研判与建议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D46F217-9CF8-47BE-8C0E-739A645B7F10}"/>
              </a:ext>
            </a:extLst>
          </p:cNvPr>
          <p:cNvCxnSpPr/>
          <p:nvPr/>
        </p:nvCxnSpPr>
        <p:spPr>
          <a:xfrm>
            <a:off x="2287956" y="772750"/>
            <a:ext cx="381000" cy="0"/>
          </a:xfrm>
          <a:prstGeom prst="line">
            <a:avLst/>
          </a:prstGeom>
          <a:ln w="25400">
            <a:solidFill>
              <a:srgbClr val="455B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9513663-367D-4D21-A3EA-324D5F598F61}"/>
              </a:ext>
            </a:extLst>
          </p:cNvPr>
          <p:cNvCxnSpPr>
            <a:cxnSpLocks/>
          </p:cNvCxnSpPr>
          <p:nvPr/>
        </p:nvCxnSpPr>
        <p:spPr>
          <a:xfrm>
            <a:off x="4510456" y="762985"/>
            <a:ext cx="381000" cy="0"/>
          </a:xfrm>
          <a:prstGeom prst="line">
            <a:avLst/>
          </a:prstGeom>
          <a:ln w="25400">
            <a:solidFill>
              <a:srgbClr val="455B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2B85507-F089-4FE7-B81E-4E9298376194}"/>
              </a:ext>
            </a:extLst>
          </p:cNvPr>
          <p:cNvCxnSpPr/>
          <p:nvPr/>
        </p:nvCxnSpPr>
        <p:spPr>
          <a:xfrm>
            <a:off x="6794500" y="772750"/>
            <a:ext cx="381000" cy="0"/>
          </a:xfrm>
          <a:prstGeom prst="line">
            <a:avLst/>
          </a:prstGeom>
          <a:ln w="25400">
            <a:solidFill>
              <a:srgbClr val="455B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0029660-7B9D-4E75-A976-CBF481B362AB}"/>
              </a:ext>
            </a:extLst>
          </p:cNvPr>
          <p:cNvCxnSpPr>
            <a:cxnSpLocks/>
            <a:stCxn id="50" idx="0"/>
            <a:endCxn id="8" idx="0"/>
          </p:cNvCxnSpPr>
          <p:nvPr/>
        </p:nvCxnSpPr>
        <p:spPr>
          <a:xfrm>
            <a:off x="7003073" y="1767254"/>
            <a:ext cx="1093177" cy="148496"/>
          </a:xfrm>
          <a:prstGeom prst="line">
            <a:avLst/>
          </a:prstGeom>
          <a:ln w="25400">
            <a:solidFill>
              <a:srgbClr val="455B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9D26C9F-25BA-401A-A28A-BCF4AA8427B4}"/>
              </a:ext>
            </a:extLst>
          </p:cNvPr>
          <p:cNvCxnSpPr>
            <a:cxnSpLocks/>
          </p:cNvCxnSpPr>
          <p:nvPr/>
        </p:nvCxnSpPr>
        <p:spPr>
          <a:xfrm flipH="1">
            <a:off x="2311400" y="2347076"/>
            <a:ext cx="381000" cy="0"/>
          </a:xfrm>
          <a:prstGeom prst="line">
            <a:avLst/>
          </a:prstGeom>
          <a:ln w="25400">
            <a:solidFill>
              <a:srgbClr val="455B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219DA2F-D82A-4313-89D4-5658DF2D3D6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363295" y="2791575"/>
            <a:ext cx="2192705" cy="1205026"/>
          </a:xfrm>
          <a:prstGeom prst="line">
            <a:avLst/>
          </a:prstGeom>
          <a:ln w="25400">
            <a:solidFill>
              <a:srgbClr val="455B6F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FA76448-1CDB-4934-B309-A9C365E2D3E5}"/>
              </a:ext>
            </a:extLst>
          </p:cNvPr>
          <p:cNvCxnSpPr/>
          <p:nvPr/>
        </p:nvCxnSpPr>
        <p:spPr>
          <a:xfrm>
            <a:off x="6096000" y="4453801"/>
            <a:ext cx="0" cy="482600"/>
          </a:xfrm>
          <a:prstGeom prst="line">
            <a:avLst/>
          </a:prstGeom>
          <a:ln w="25400">
            <a:solidFill>
              <a:srgbClr val="455B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9713208-23EE-4EAE-8231-689A59E4BB08}"/>
              </a:ext>
            </a:extLst>
          </p:cNvPr>
          <p:cNvSpPr/>
          <p:nvPr/>
        </p:nvSpPr>
        <p:spPr>
          <a:xfrm>
            <a:off x="9635147" y="2054975"/>
            <a:ext cx="2159000" cy="736600"/>
          </a:xfrm>
          <a:prstGeom prst="roundRect">
            <a:avLst/>
          </a:prstGeom>
          <a:solidFill>
            <a:srgbClr val="E8F2E6"/>
          </a:solidFill>
          <a:ln w="19050">
            <a:solidFill>
              <a:srgbClr val="1F3C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zh-CN" altLang="en-US" sz="14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主处理链路</a:t>
            </a:r>
          </a:p>
          <a:p>
            <a:pPr algn="ctr"/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按帧执行，生成干扰信号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B26BED8-30FF-4678-922B-7749F9348E0D}"/>
              </a:ext>
            </a:extLst>
          </p:cNvPr>
          <p:cNvSpPr/>
          <p:nvPr/>
        </p:nvSpPr>
        <p:spPr>
          <a:xfrm>
            <a:off x="9635147" y="3007475"/>
            <a:ext cx="2159000" cy="736600"/>
          </a:xfrm>
          <a:prstGeom prst="roundRect">
            <a:avLst/>
          </a:prstGeom>
          <a:solidFill>
            <a:srgbClr val="FFECD9"/>
          </a:solidFill>
          <a:ln w="19050">
            <a:solidFill>
              <a:srgbClr val="1F3C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zh-CN" altLang="en-US" sz="14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遥测反馈链路</a:t>
            </a:r>
          </a:p>
          <a:p>
            <a:pPr algn="ctr"/>
            <a:r>
              <a:rPr lang="zh-CN" altLang="en-US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虚线汇总状态并回传 </a:t>
            </a:r>
            <a:r>
              <a:rPr lang="en-US" altLang="zh-CN" sz="11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UI</a:t>
            </a:r>
            <a:endParaRPr lang="zh-CN" altLang="en-US" sz="1100">
              <a:solidFill>
                <a:srgbClr val="1A1A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8804312-B8CC-4A00-A283-8CEFF8B36190}"/>
              </a:ext>
            </a:extLst>
          </p:cNvPr>
          <p:cNvCxnSpPr/>
          <p:nvPr/>
        </p:nvCxnSpPr>
        <p:spPr>
          <a:xfrm>
            <a:off x="9762147" y="4213975"/>
            <a:ext cx="1143000" cy="0"/>
          </a:xfrm>
          <a:prstGeom prst="line">
            <a:avLst/>
          </a:prstGeom>
          <a:ln w="25400">
            <a:solidFill>
              <a:srgbClr val="455B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F3F8ECB-BE23-4DF2-AFF6-22C4EC97CFC6}"/>
              </a:ext>
            </a:extLst>
          </p:cNvPr>
          <p:cNvSpPr txBox="1"/>
          <p:nvPr/>
        </p:nvSpPr>
        <p:spPr>
          <a:xfrm>
            <a:off x="10994047" y="4056569"/>
            <a:ext cx="1016000" cy="230832"/>
          </a:xfrm>
          <a:prstGeom prst="rect">
            <a:avLst/>
          </a:prstGeom>
          <a:noFill/>
        </p:spPr>
        <p:txBody>
          <a:bodyPr vert="horz" lIns="76200" tIns="38100" rIns="76200" bIns="38100" rtlCol="0" anchor="ctr">
            <a:spAutoFit/>
          </a:bodyPr>
          <a:lstStyle/>
          <a:p>
            <a:r>
              <a:rPr lang="zh-CN" altLang="en-US" sz="1000">
                <a:latin typeface="Microsoft YaHei" panose="020B0503020204020204" pitchFamily="34" charset="-122"/>
                <a:ea typeface="Microsoft YaHei" panose="020B0503020204020204" pitchFamily="34" charset="-122"/>
              </a:rPr>
              <a:t>实线：执行流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9B2A891-6F07-41F7-9E3F-6051299D991E}"/>
              </a:ext>
            </a:extLst>
          </p:cNvPr>
          <p:cNvCxnSpPr/>
          <p:nvPr/>
        </p:nvCxnSpPr>
        <p:spPr>
          <a:xfrm>
            <a:off x="9762147" y="4658475"/>
            <a:ext cx="1143000" cy="0"/>
          </a:xfrm>
          <a:prstGeom prst="line">
            <a:avLst/>
          </a:prstGeom>
          <a:ln w="25400">
            <a:solidFill>
              <a:srgbClr val="455B6F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4A5CA83D-CAE7-4DF7-9028-7B8B9DAE72D7}"/>
              </a:ext>
            </a:extLst>
          </p:cNvPr>
          <p:cNvSpPr txBox="1"/>
          <p:nvPr/>
        </p:nvSpPr>
        <p:spPr>
          <a:xfrm>
            <a:off x="10994047" y="4501069"/>
            <a:ext cx="1206500" cy="230832"/>
          </a:xfrm>
          <a:prstGeom prst="rect">
            <a:avLst/>
          </a:prstGeom>
          <a:noFill/>
        </p:spPr>
        <p:txBody>
          <a:bodyPr vert="horz" lIns="76200" tIns="38100" rIns="76200" bIns="38100" rtlCol="0" anchor="ctr">
            <a:spAutoFit/>
          </a:bodyPr>
          <a:lstStyle/>
          <a:p>
            <a:r>
              <a:rPr lang="zh-CN" altLang="en-US" sz="1000">
                <a:latin typeface="Microsoft YaHei" panose="020B0503020204020204" pitchFamily="34" charset="-122"/>
                <a:ea typeface="Microsoft YaHei" panose="020B0503020204020204" pitchFamily="34" charset="-122"/>
              </a:rPr>
              <a:t>虚线：遥测流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068A625-465D-40B8-B525-EF8115A71355}"/>
              </a:ext>
            </a:extLst>
          </p:cNvPr>
          <p:cNvCxnSpPr>
            <a:cxnSpLocks/>
            <a:stCxn id="50" idx="0"/>
            <a:endCxn id="9" idx="0"/>
          </p:cNvCxnSpPr>
          <p:nvPr/>
        </p:nvCxnSpPr>
        <p:spPr>
          <a:xfrm flipH="1">
            <a:off x="5962650" y="1767254"/>
            <a:ext cx="1040423" cy="172921"/>
          </a:xfrm>
          <a:prstGeom prst="line">
            <a:avLst/>
          </a:prstGeom>
          <a:ln w="25400">
            <a:solidFill>
              <a:srgbClr val="455B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E4C8CE9B-DCCA-44FA-A3BC-057CADA80BC1}"/>
              </a:ext>
            </a:extLst>
          </p:cNvPr>
          <p:cNvSpPr/>
          <p:nvPr/>
        </p:nvSpPr>
        <p:spPr>
          <a:xfrm>
            <a:off x="4914900" y="1767254"/>
            <a:ext cx="4176346" cy="1152776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801DC49-A42B-4E8B-8A0E-1ABACC4D7DE5}"/>
              </a:ext>
            </a:extLst>
          </p:cNvPr>
          <p:cNvCxnSpPr>
            <a:cxnSpLocks/>
          </p:cNvCxnSpPr>
          <p:nvPr/>
        </p:nvCxnSpPr>
        <p:spPr>
          <a:xfrm flipH="1">
            <a:off x="4533900" y="2347076"/>
            <a:ext cx="381000" cy="0"/>
          </a:xfrm>
          <a:prstGeom prst="line">
            <a:avLst/>
          </a:prstGeom>
          <a:ln w="25400">
            <a:solidFill>
              <a:srgbClr val="455B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B5B7DE63-6D75-476D-985C-97FE48192FCD}"/>
              </a:ext>
            </a:extLst>
          </p:cNvPr>
          <p:cNvCxnSpPr>
            <a:cxnSpLocks/>
          </p:cNvCxnSpPr>
          <p:nvPr/>
        </p:nvCxnSpPr>
        <p:spPr>
          <a:xfrm>
            <a:off x="3556000" y="2791575"/>
            <a:ext cx="381000" cy="742964"/>
          </a:xfrm>
          <a:prstGeom prst="line">
            <a:avLst/>
          </a:prstGeom>
          <a:ln w="25400">
            <a:solidFill>
              <a:srgbClr val="455B6F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839EEBF-0758-46A4-AA04-04259D7E8372}"/>
              </a:ext>
            </a:extLst>
          </p:cNvPr>
          <p:cNvCxnSpPr>
            <a:cxnSpLocks/>
          </p:cNvCxnSpPr>
          <p:nvPr/>
        </p:nvCxnSpPr>
        <p:spPr>
          <a:xfrm flipH="1">
            <a:off x="6664569" y="2945693"/>
            <a:ext cx="328978" cy="606883"/>
          </a:xfrm>
          <a:prstGeom prst="line">
            <a:avLst/>
          </a:prstGeom>
          <a:ln w="25400">
            <a:solidFill>
              <a:srgbClr val="455B6F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1EEFD85B-32D8-4813-AF01-4C348E5CD62F}"/>
              </a:ext>
            </a:extLst>
          </p:cNvPr>
          <p:cNvCxnSpPr>
            <a:stCxn id="7" idx="3"/>
            <a:endCxn id="12" idx="3"/>
          </p:cNvCxnSpPr>
          <p:nvPr/>
        </p:nvCxnSpPr>
        <p:spPr>
          <a:xfrm flipH="1">
            <a:off x="8636000" y="772750"/>
            <a:ext cx="381000" cy="3223851"/>
          </a:xfrm>
          <a:prstGeom prst="bentConnector3">
            <a:avLst>
              <a:gd name="adj1" fmla="val -60000"/>
            </a:avLst>
          </a:prstGeom>
          <a:ln w="25400">
            <a:solidFill>
              <a:srgbClr val="455B6F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0F508E74-C25F-4521-9E84-55015F8AB7E3}"/>
              </a:ext>
            </a:extLst>
          </p:cNvPr>
          <p:cNvSpPr/>
          <p:nvPr/>
        </p:nvSpPr>
        <p:spPr>
          <a:xfrm>
            <a:off x="4896827" y="147038"/>
            <a:ext cx="4176346" cy="1152776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25A00578-DAEF-47C9-B266-CB75395FA855}"/>
              </a:ext>
            </a:extLst>
          </p:cNvPr>
          <p:cNvCxnSpPr>
            <a:cxnSpLocks/>
          </p:cNvCxnSpPr>
          <p:nvPr/>
        </p:nvCxnSpPr>
        <p:spPr>
          <a:xfrm>
            <a:off x="6985000" y="1309339"/>
            <a:ext cx="0" cy="444501"/>
          </a:xfrm>
          <a:prstGeom prst="line">
            <a:avLst/>
          </a:prstGeom>
          <a:ln w="25400">
            <a:solidFill>
              <a:srgbClr val="455B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052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180</Words>
  <Application>Microsoft Office PowerPoint</Application>
  <PresentationFormat>宽屏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jqfa</dc:creator>
  <cp:lastModifiedBy>jqfa</cp:lastModifiedBy>
  <cp:revision>55</cp:revision>
  <dcterms:created xsi:type="dcterms:W3CDTF">2026-05-27T07:07:16Z</dcterms:created>
  <dcterms:modified xsi:type="dcterms:W3CDTF">2026-05-27T07:29:43Z</dcterms:modified>
</cp:coreProperties>
</file>